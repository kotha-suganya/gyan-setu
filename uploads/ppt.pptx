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010000"/>
    <a:srgbClr val="323232"/>
    <a:srgbClr val="9BBB59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7961" y="419100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SIH25019</a:t>
            </a:r>
            <a:endParaRPr 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ProblemStatement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Digital Learning Platform for Rural School Students in Nabha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"Smart Education"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Gyan Setu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75721" y="0"/>
            <a:ext cx="7387354" cy="1143000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Development of a Digital Mental Health and Psychological Support System for Students in Higher Education</a:t>
            </a: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655868" y="1388310"/>
            <a:ext cx="6651554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20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2"/>
            <a:endParaRPr lang="en-US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Gyan Setu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5C59B8-2863-7D4B-5DF3-E98411E0B250}"/>
              </a:ext>
            </a:extLst>
          </p:cNvPr>
          <p:cNvSpPr txBox="1"/>
          <p:nvPr/>
        </p:nvSpPr>
        <p:spPr>
          <a:xfrm>
            <a:off x="566056" y="2433839"/>
            <a:ext cx="9074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A dynamic, responsive webpage designed specifically for rural students consisting of Interactive Chatbots, Subject selection, Emotion detection video player, </a:t>
            </a:r>
            <a:r>
              <a:rPr lang="en-US" sz="2500" dirty="0" err="1"/>
              <a:t>Storybot</a:t>
            </a:r>
            <a:r>
              <a:rPr lang="en-US" sz="2500" dirty="0"/>
              <a:t> and a visualization tool for easy understanding of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295170"/>
            <a:ext cx="11231301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Technologies &amp; Frameworks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Frontend: We're using HTML, CSS and JavaScript  for a responsive, user-friendly interface.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Backend: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Database: We'll use MongoDB to securely store and manage anonymous user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AI: We're integrating AI/ML models for a smart user experience.</a:t>
            </a:r>
          </a:p>
          <a:p>
            <a:pPr algn="just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Design &amp; Prototyping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We'll create flow charts and a clickable prototype to visualize the user journey.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Agile Development: We'll build the system in phases, developing the UI, backend, and AI integration.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Testing &amp; Security: We'll conduct thorough testing to ensure the platform is secure and reliable.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Deployment: We'll deploy the system on a reliable cloud service like AWS or Azure.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9599" y="22895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39B0D4"/>
                </a:solidFill>
              </a:rPr>
              <a:t>Gyan Setu</a:t>
            </a:r>
            <a:endParaRPr lang="en-IN" b="1" dirty="0">
              <a:solidFill>
                <a:srgbClr val="39B0D4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284687"/>
            <a:ext cx="9385300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 &amp; </a:t>
            </a:r>
            <a:r>
              <a:rPr lang="en-US" sz="20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ViabilityFeasibility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Uses widely available technologies (HTML, CSS , JavaScript, AI models, API keys)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Can be deployed on cloud → scalable across schools.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Low-cost, open-source</a:t>
            </a: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&amp; Risks: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Available online courses and </a:t>
            </a: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youtube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tutorials and other digital platforms.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Network availability</a:t>
            </a: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to Overcome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Simple UI for low internet.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Emotion detection video player.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Story Bot , Visualizer</a:t>
            </a:r>
          </a:p>
          <a:p>
            <a:pPr lvl="0" algn="just">
              <a:defRPr/>
            </a:pPr>
            <a:endParaRPr lang="en-US" sz="20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39B0D4"/>
                </a:solidFill>
              </a:rPr>
              <a:t>Gyan Setu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6066" y="1515081"/>
            <a:ext cx="93853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 &amp; </a:t>
            </a:r>
            <a:r>
              <a:rPr lang="en-US" sz="2400" b="1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BenefitsPotential</a:t>
            </a: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Impact: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Students – Improved mental well-being, reduced stress &amp; anxiety, better academic performance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Institutions – Early detection of issues, reduced dropouts, improved overall campus environment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Society – Healthier, more productive youth → stronger future workforce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Social: Breaks stigma &amp; builds supportive student communities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Economic: Low-cost, open-source → reduces stress-related dropouts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Institutional: Data-driven insights &amp; improved campus reputation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 (optional): Digital-first → cuts paper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6066" y="39499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39B0D4"/>
                </a:solidFill>
              </a:rPr>
              <a:t>Gyan Setu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98331" y="1095375"/>
            <a:ext cx="9385300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Research &amp; References:</a:t>
            </a:r>
          </a:p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Global: WHO &amp; UNESCO reports → rising anxiety, stress, and social isolation in students🇮🇳 India: NIMHANS survey → high depression &amp; anxiety, lack of stigma-free counseling</a:t>
            </a:r>
          </a:p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Technology: AI chatbots proven effective for stress management &amp; self-help</a:t>
            </a:r>
          </a:p>
          <a:p>
            <a:pPr lvl="0" algn="just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Gap in Existing Apps: Western-oriented, paid, not integrated with Indian colleges</a:t>
            </a:r>
          </a:p>
          <a:p>
            <a:pPr lvl="0" algn="just"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References: </a:t>
            </a:r>
          </a:p>
          <a:p>
            <a:pPr lvl="0" algn="just"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WHO (2023), UNESCO (2022), NIMHANS (2019), IEEE/Springer studies on AI in mental health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09600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B0F0"/>
                </a:solidFill>
              </a:rPr>
              <a:t>Neuro</a:t>
            </a:r>
          </a:p>
          <a:p>
            <a:pPr algn="ctr"/>
            <a:r>
              <a:rPr lang="en-US" sz="1600" b="1" dirty="0">
                <a:solidFill>
                  <a:srgbClr val="00B0F0"/>
                </a:solidFill>
              </a:rPr>
              <a:t>Techies</a:t>
            </a:r>
            <a:endParaRPr lang="en-IN" sz="1600" b="1" dirty="0">
              <a:solidFill>
                <a:srgbClr val="00B0F0"/>
              </a:solidFill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7786</TotalTime>
  <Words>499</Words>
  <Application>Microsoft Office PowerPoint</Application>
  <PresentationFormat>Widescreen</PresentationFormat>
  <Paragraphs>78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Development of a Digital Mental Health and Psychological Support System for Students in Higher Education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Suganya Kotha</cp:lastModifiedBy>
  <cp:revision>150</cp:revision>
  <dcterms:created xsi:type="dcterms:W3CDTF">2013-12-12T18:46:50Z</dcterms:created>
  <dcterms:modified xsi:type="dcterms:W3CDTF">2025-09-17T09:14:57Z</dcterms:modified>
  <cp:category/>
</cp:coreProperties>
</file>